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A
Alert Dashboard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1" i="0" u="none" strike="noStrike" kern="1200" baseline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r>
                      <a:t>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Days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 D
Notifications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Days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 B
Trend Charts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Days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Feature C
Access Control (MVP)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Days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Integration
Buffer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1100" b="1" i="0" u="none" strike="noStrike" kern="1200" baseline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defRPr>
                    </a:pPr>
                    <a:r>
                      <a:t>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1" i="0" u="none" strike="noStrike" kern="1200" baseline="0">
                    <a:solidFill>
                      <a:srgbClr val="FFFFFF"/>
                    </a:solidFill>
                    <a:latin typeface="Arial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</c:f>
              <c:strCache>
                <c:ptCount val="1"/>
                <c:pt idx="0">
                  <c:v>Days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0CAE8"/>
                </a:solidFill>
                <a:latin typeface="Arial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 cmpd="sng" algn="ctr">
              <a:solidFill>
                <a:srgbClr val="1A3A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0CAE8"/>
                </a:solidFill>
                <a:latin typeface="Arial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0D3B66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640080"/>
            <a:ext cx="2743200" cy="2743200"/>
          </a:xfrm>
          <a:prstGeom prst="ellipse">
            <a:avLst/>
          </a:prstGeom>
          <a:solidFill>
            <a:srgbClr val="122E52"/>
          </a:solidFill>
          <a:ln w="12700">
            <a:solidFill>
              <a:srgbClr val="122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 BRIEF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7315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Under Pressure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 — CloudMetrics Dashboard Project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3200400" cy="3657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9" name="Shape 7"/>
          <p:cNvSpPr/>
          <p:nvPr/>
        </p:nvSpPr>
        <p:spPr>
          <a:xfrm>
            <a:off x="365760" y="3200400"/>
            <a:ext cx="201168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461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200400"/>
            <a:ext cx="201168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2461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Days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36576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3200400"/>
            <a:ext cx="201168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461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Days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Needed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Harsh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600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82296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438912" y="13441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3550" y="1691640"/>
            <a:ext cx="3848100" cy="1009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expects 5 features to be fully built and delivered within just 2 weeks. This is a tight deadline with a small team.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4206240" cy="1600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017520"/>
            <a:ext cx="82296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Text 9"/>
          <p:cNvSpPr/>
          <p:nvPr/>
        </p:nvSpPr>
        <p:spPr>
          <a:xfrm>
            <a:off x="438912" y="312724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Capacity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550" y="3450590"/>
            <a:ext cx="384683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2 developers available, giving us a total of 20 developer-days. Every day matters and must be used wisely.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206240" cy="1600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82296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5" name="Text 13"/>
          <p:cNvSpPr/>
          <p:nvPr/>
        </p:nvSpPr>
        <p:spPr>
          <a:xfrm>
            <a:off x="4919472" y="13441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Work Required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5667" y="171577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detailed estimation, completing all 5 features properly requires 26 developer-days. That's 6 days more than we have.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206240" cy="1600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  <a:effectLst>
            <a:outerShdw blurRad="101600" dist="508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82296" cy="1600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Text 17"/>
          <p:cNvSpPr/>
          <p:nvPr/>
        </p:nvSpPr>
        <p:spPr>
          <a:xfrm>
            <a:off x="4919472" y="312724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8560" y="3474720"/>
            <a:ext cx="3738880" cy="9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everything at once is not realistic without cutting quality or skipping testing — both of which create serious risks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07592"/>
            <a:ext cx="594360" cy="5943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274320" y="13075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893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Matters Most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identified the features that deliver the highest value to users. By focusing on essentials first, we make sure the product actually works well for the board meeting.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7772400" cy="9144"/>
          </a:xfrm>
          <a:prstGeom prst="rect">
            <a:avLst/>
          </a:prstGeom>
          <a:solidFill>
            <a:srgbClr val="1A3A58"/>
          </a:solidFill>
        </p:spPr>
      </p:sp>
      <p:sp>
        <p:nvSpPr>
          <p:cNvPr id="10" name="Shape 8"/>
          <p:cNvSpPr/>
          <p:nvPr/>
        </p:nvSpPr>
        <p:spPr>
          <a:xfrm>
            <a:off x="274320" y="2221992"/>
            <a:ext cx="594360" cy="5943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1" name="Text 9"/>
          <p:cNvSpPr/>
          <p:nvPr/>
        </p:nvSpPr>
        <p:spPr>
          <a:xfrm>
            <a:off x="274320" y="22219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Stable, Usable 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9631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that works reliably is far better than one with more features but bugs. We include proper testing time to make sure nothing breaks in production.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7772400" cy="9144"/>
          </a:xfrm>
          <a:prstGeom prst="rect">
            <a:avLst/>
          </a:prstGeom>
          <a:solidFill>
            <a:srgbClr val="1A3A58"/>
          </a:solidFill>
        </p:spPr>
      </p:sp>
      <p:sp>
        <p:nvSpPr>
          <p:cNvPr id="15" name="Shape 13"/>
          <p:cNvSpPr/>
          <p:nvPr/>
        </p:nvSpPr>
        <p:spPr>
          <a:xfrm>
            <a:off x="274320" y="3136392"/>
            <a:ext cx="594360" cy="5943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6" name="Text 14"/>
          <p:cNvSpPr/>
          <p:nvPr/>
        </p:nvSpPr>
        <p:spPr>
          <a:xfrm>
            <a:off x="274320" y="31363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1181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High-Risk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1071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are too large or complex create unpredictable delays. We move those to Phase 2 so they don't jeopardize the entire delivery.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886200"/>
            <a:ext cx="7772400" cy="9144"/>
          </a:xfrm>
          <a:prstGeom prst="rect">
            <a:avLst/>
          </a:prstGeom>
          <a:solidFill>
            <a:srgbClr val="1A3A58"/>
          </a:solidFill>
        </p:spPr>
      </p:sp>
      <p:sp>
        <p:nvSpPr>
          <p:cNvPr id="20" name="Shape 18"/>
          <p:cNvSpPr/>
          <p:nvPr/>
        </p:nvSpPr>
        <p:spPr>
          <a:xfrm>
            <a:off x="274320" y="4050792"/>
            <a:ext cx="594360" cy="594360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1" name="Text 19"/>
          <p:cNvSpPr/>
          <p:nvPr/>
        </p:nvSpPr>
        <p:spPr>
          <a:xfrm>
            <a:off x="274320" y="4050792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0325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Room for Quality Checks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25112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built a 3-day buffer into the plan for integration, bug fixes, and last-minute adjustments. This is not waste — it's what separates good delivery from great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We Will Deliver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691640"/>
          </a:xfrm>
          <a:prstGeom prst="rect">
            <a:avLst/>
          </a:prstGeom>
          <a:solidFill>
            <a:srgbClr val="0D3B6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2296" cy="169164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7" name="Shape 5"/>
          <p:cNvSpPr/>
          <p:nvPr/>
        </p:nvSpPr>
        <p:spPr>
          <a:xfrm>
            <a:off x="438912" y="1344168"/>
            <a:ext cx="411480" cy="411480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8" name="Text 6"/>
          <p:cNvSpPr/>
          <p:nvPr/>
        </p:nvSpPr>
        <p:spPr>
          <a:xfrm>
            <a:off x="438912" y="1344168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44168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868680" cy="27432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11" name="Text 9"/>
          <p:cNvSpPr/>
          <p:nvPr/>
        </p:nvSpPr>
        <p:spPr>
          <a:xfrm>
            <a:off x="3474720" y="1371600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1783080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live alerts by severity so the team can monitor system health at a glance.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30428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filters, acknowledgment buttons, and real-time state updates for fast 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206240" cy="1691640"/>
          </a:xfrm>
          <a:prstGeom prst="rect">
            <a:avLst/>
          </a:prstGeom>
          <a:solidFill>
            <a:srgbClr val="0D3B6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108960"/>
            <a:ext cx="82296" cy="169164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6" name="Shape 14"/>
          <p:cNvSpPr/>
          <p:nvPr/>
        </p:nvSpPr>
        <p:spPr>
          <a:xfrm>
            <a:off x="438912" y="3218688"/>
            <a:ext cx="411480" cy="411480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17" name="Text 15"/>
          <p:cNvSpPr/>
          <p:nvPr/>
        </p:nvSpPr>
        <p:spPr>
          <a:xfrm>
            <a:off x="438912" y="3218688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218688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Slack Notifications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246120"/>
            <a:ext cx="868680" cy="27432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0" name="Text 18"/>
          <p:cNvSpPr/>
          <p:nvPr/>
        </p:nvSpPr>
        <p:spPr>
          <a:xfrm>
            <a:off x="3474720" y="3246120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3657600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sends alerts via email and Slack when thresholds are breached.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17880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Keeps the team informed without them needing to stare at a dashboard all day.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4206240" cy="1691640"/>
          </a:xfrm>
          <a:prstGeom prst="rect">
            <a:avLst/>
          </a:prstGeom>
          <a:solidFill>
            <a:srgbClr val="0D3B6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234440"/>
            <a:ext cx="82296" cy="169164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5" name="Shape 23"/>
          <p:cNvSpPr/>
          <p:nvPr/>
        </p:nvSpPr>
        <p:spPr>
          <a:xfrm>
            <a:off x="4919472" y="1344168"/>
            <a:ext cx="411480" cy="411480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26" name="Text 24"/>
          <p:cNvSpPr/>
          <p:nvPr/>
        </p:nvSpPr>
        <p:spPr>
          <a:xfrm>
            <a:off x="4919472" y="1344168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1344168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Charts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1371600"/>
            <a:ext cx="868680" cy="27432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9" name="Text 27"/>
          <p:cNvSpPr/>
          <p:nvPr/>
        </p:nvSpPr>
        <p:spPr>
          <a:xfrm>
            <a:off x="7955280" y="1371600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1783080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CPU, memory, and disk usage over time with flexible time range selectors.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9472" y="230428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Lets the team spot patterns and plan capacity — great for impressing stakeholders in the demo.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0D3B6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08960"/>
            <a:ext cx="82296" cy="169164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4" name="Shape 32"/>
          <p:cNvSpPr/>
          <p:nvPr/>
        </p:nvSpPr>
        <p:spPr>
          <a:xfrm>
            <a:off x="4919472" y="3218688"/>
            <a:ext cx="411480" cy="411480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35" name="Text 33"/>
          <p:cNvSpPr/>
          <p:nvPr/>
        </p:nvSpPr>
        <p:spPr>
          <a:xfrm>
            <a:off x="4919472" y="3218688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13248" y="3218688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(MVP Only)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3246120"/>
            <a:ext cx="868680" cy="27432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38" name="Text 36"/>
          <p:cNvSpPr/>
          <p:nvPr/>
        </p:nvSpPr>
        <p:spPr>
          <a:xfrm>
            <a:off x="7955280" y="3246120"/>
            <a:ext cx="868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9472" y="3657600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Delivers team-level access control so different groups see only their assigned services.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9472" y="417880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role hierarchy is scoped for Phase 2; this MVP version covers the critical need now.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Deferred to Phase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554480"/>
          </a:xfrm>
          <a:prstGeom prst="rect">
            <a:avLst/>
          </a:prstGeom>
          <a:solidFill>
            <a:srgbClr val="0D3B6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2296" cy="155448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7" name="Shape 5"/>
          <p:cNvSpPr/>
          <p:nvPr/>
        </p:nvSpPr>
        <p:spPr>
          <a:xfrm>
            <a:off x="438912" y="1353312"/>
            <a:ext cx="411480" cy="41148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8" name="Text 6"/>
          <p:cNvSpPr/>
          <p:nvPr/>
        </p:nvSpPr>
        <p:spPr>
          <a:xfrm>
            <a:off x="438912" y="1353312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35331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Builder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371600"/>
            <a:ext cx="1371600" cy="27432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1" name="Text 9"/>
          <p:cNvSpPr/>
          <p:nvPr/>
        </p:nvSpPr>
        <p:spPr>
          <a:xfrm>
            <a:off x="7315200" y="137160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Days 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alone needs 9 developer-days — nearly half our entire capacity. </a:t>
            </a: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a drag-and-drop builder, PDF export, a scheduling engine, and a complex backend pipeline.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it now would delay all other critical features and introduce high architectural risk before the board meeting.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0E28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992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to 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64992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 days, it doesn't fit within our 20-day budget once critical features are accounted for. There's simply no safe room.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0E28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9992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Architectural Risk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364992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engine and scheduler require new systems that could destabilize the whole app if rushed without proper design.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0E28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9992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for Demo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364992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meeting demo doesn't require reports. Delivering it in Phase 2 means it gets built properly, not hastily.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 — 20 Developer Days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188720"/>
            <a:ext cx="2468880" cy="274320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23444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Breakdown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0" y="1627632"/>
            <a:ext cx="73152" cy="29260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9" name="Text 6"/>
          <p:cNvSpPr/>
          <p:nvPr/>
        </p:nvSpPr>
        <p:spPr>
          <a:xfrm>
            <a:off x="6629400" y="162763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 — Alert 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66760" y="1627632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92240" y="2066544"/>
            <a:ext cx="73152" cy="292608"/>
          </a:xfrm>
          <a:prstGeom prst="rect">
            <a:avLst/>
          </a:prstGeom>
          <a:solidFill>
            <a:srgbClr val="00C2CB"/>
          </a:solidFill>
        </p:spPr>
      </p:sp>
      <p:sp>
        <p:nvSpPr>
          <p:cNvPr id="12" name="Text 9"/>
          <p:cNvSpPr/>
          <p:nvPr/>
        </p:nvSpPr>
        <p:spPr>
          <a:xfrm>
            <a:off x="6629400" y="206654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 — Notifications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66760" y="2066544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92240" y="2505456"/>
            <a:ext cx="73152" cy="2926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5" name="Text 12"/>
          <p:cNvSpPr/>
          <p:nvPr/>
        </p:nvSpPr>
        <p:spPr>
          <a:xfrm>
            <a:off x="6629400" y="250545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 — Trend Charts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66760" y="2505456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92240" y="2944368"/>
            <a:ext cx="73152" cy="292608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18" name="Text 15"/>
          <p:cNvSpPr/>
          <p:nvPr/>
        </p:nvSpPr>
        <p:spPr>
          <a:xfrm>
            <a:off x="6629400" y="294436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 — Access Control (MVP)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366760" y="2944368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0" y="3383280"/>
            <a:ext cx="73152" cy="292608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21" name="Text 18"/>
          <p:cNvSpPr/>
          <p:nvPr/>
        </p:nvSpPr>
        <p:spPr>
          <a:xfrm>
            <a:off x="6629400" y="338328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Buffer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366760" y="3383280"/>
            <a:ext cx="411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3977640"/>
            <a:ext cx="2468880" cy="54864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4" name="Text 21"/>
          <p:cNvSpPr/>
          <p:nvPr/>
        </p:nvSpPr>
        <p:spPr>
          <a:xfrm>
            <a:off x="6400800" y="3977640"/>
            <a:ext cx="2468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26 / 20 Days Used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remaining as final contingency buffer.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Plan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188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2296" cy="118872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7" name="Text 5"/>
          <p:cNvSpPr/>
          <p:nvPr/>
        </p:nvSpPr>
        <p:spPr>
          <a:xfrm>
            <a:off x="438912" y="132588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Usable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we deliver will be fully built, tested, and ready for real use. The client won't receive a half-finished product — they'll get a reliable, working system.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206240" cy="1188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34440"/>
            <a:ext cx="82296" cy="118872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1" name="Text 9"/>
          <p:cNvSpPr/>
          <p:nvPr/>
        </p:nvSpPr>
        <p:spPr>
          <a:xfrm>
            <a:off x="4919472" y="132588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Board Meeting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4592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features — dashboards, alerts, charts, and notifications — are exactly what makes a monitoring platform impressive. The demo will clearly show business value.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206240" cy="1188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60320"/>
            <a:ext cx="82296" cy="118872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5" name="Text 13"/>
          <p:cNvSpPr/>
          <p:nvPr/>
        </p:nvSpPr>
        <p:spPr>
          <a:xfrm>
            <a:off x="438912" y="265176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of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97180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being realistic about scope, we avoid the most common cause of project failure: overcommitting. Our plan protects both team quality and client trust.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206240" cy="1188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560320"/>
            <a:ext cx="82296" cy="118872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9" name="Text 17"/>
          <p:cNvSpPr/>
          <p:nvPr/>
        </p:nvSpPr>
        <p:spPr>
          <a:xfrm>
            <a:off x="4919472" y="265176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Quality Buffer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97180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3 days reserved for integration and bug fixes. This means the product gets reviewed, tested, and polished before it goes in front of decision makers.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4206240" cy="1188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86200"/>
            <a:ext cx="82296" cy="118872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3" name="Text 21"/>
          <p:cNvSpPr/>
          <p:nvPr/>
        </p:nvSpPr>
        <p:spPr>
          <a:xfrm>
            <a:off x="438912" y="397764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Already Planned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29768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features are not forgotten — they are documented and ready to be scheduled immediately after the Phase 1 launch, keeping momentum going.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4206240" cy="118872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886200"/>
            <a:ext cx="82296" cy="118872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7" name="Text 25"/>
          <p:cNvSpPr/>
          <p:nvPr/>
        </p:nvSpPr>
        <p:spPr>
          <a:xfrm>
            <a:off x="4919472" y="397764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Client Communication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429768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being upfront about what can be done well in the time available. This builds more long-term trust than overpromising and underdelivering.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6"/>
          </a:solidFill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Tough Client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143000"/>
          </a:xfrm>
          <a:prstGeom prst="rect">
            <a:avLst/>
          </a:prstGeom>
          <a:solidFill>
            <a:srgbClr val="0D3B6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82296" cy="11430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7" name="Text 5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'Why can't your team just work overtime?'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36776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doesn't make complex systems simpler. Our delivery involves authentication, data pipelines, and real-time systems — extra hours increase mistakes, not speed. A buggy monitoring platform is worse than a scoped 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496312"/>
            <a:ext cx="8595360" cy="1143000"/>
          </a:xfrm>
          <a:prstGeom prst="rect">
            <a:avLst/>
          </a:prstGeom>
          <a:solidFill>
            <a:srgbClr val="0D3B6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496312"/>
            <a:ext cx="82296" cy="11430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1" name="Text 9"/>
          <p:cNvSpPr/>
          <p:nvPr/>
        </p:nvSpPr>
        <p:spPr>
          <a:xfrm>
            <a:off x="457200" y="258775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'Feature C was our top priority — why deprioritize it?'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deprioritize it. We're delivering a working MVP of Access Control this sprint — team-level permissions are included. Full role hierarchy (viewer/editor/admin) requires deeper changes that would block everything else.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58184"/>
            <a:ext cx="8595360" cy="1143000"/>
          </a:xfrm>
          <a:prstGeom prst="rect">
            <a:avLst/>
          </a:prstGeom>
          <a:solidFill>
            <a:srgbClr val="0D3B6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58184"/>
            <a:ext cx="82296" cy="11430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5" name="Text 13"/>
          <p:cNvSpPr/>
          <p:nvPr/>
        </p:nvSpPr>
        <p:spPr>
          <a:xfrm>
            <a:off x="457200" y="3849624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'Our competitor delivered all of this in one week!'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 usually means pre-built infrastructure, reduced scope, or lower quality standards. Our plan is built for production-grade reliability, security, and scalability — not just feature surface. We build it once, correctly.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E2840"/>
          </a:solidFill>
        </p:spPr>
      </p:sp>
      <p:sp>
        <p:nvSpPr>
          <p:cNvPr id="18" name="Text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Stability · Reliability · Honest Communication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091E34"/>
          </a:solidFill>
          <a:ln w="12700">
            <a:solidFill>
              <a:srgbClr val="091E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Text 3"/>
          <p:cNvSpPr/>
          <p:nvPr/>
        </p:nvSpPr>
        <p:spPr>
          <a:xfrm>
            <a:off x="365760" y="12801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365760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365760" y="26060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5943600" cy="1554480"/>
          </a:xfrm>
          <a:prstGeom prst="rect">
            <a:avLst/>
          </a:prstGeom>
          <a:solidFill>
            <a:srgbClr val="0D3B6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5577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Phase 1 delivers core value — dashboard, alerts, charts, notifications, access control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Custom Report Builder moves to Phase 2 for proper, risk-free development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Our plan prioritises reliability and client trust over feature quantity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5676</Words>
  <Application>WPS Presentation</Application>
  <PresentationFormat>On-screen Show (16:9)</PresentationFormat>
  <Paragraphs>209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Arial</vt:lpstr>
      <vt:lpstr>Microsoft YaHei</vt:lpstr>
      <vt:lpstr>Droid Sans Fallback</vt:lpstr>
      <vt:lpstr>Arial Unicode MS</vt:lpstr>
      <vt:lpstr>Noto Sans Symbols2</vt:lpstr>
      <vt:lpstr>Ubuntu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Under Pressure — CloudMetrics Dashboard</dc:title>
  <dc:creator>PptxGenJS</dc:creator>
  <dc:subject>PptxGenJS Presentation</dc:subject>
  <cp:lastModifiedBy>ioanyt</cp:lastModifiedBy>
  <cp:revision>2</cp:revision>
  <dcterms:created xsi:type="dcterms:W3CDTF">2026-04-23T06:10:25Z</dcterms:created>
  <dcterms:modified xsi:type="dcterms:W3CDTF">2026-04-23T06:10:25Z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
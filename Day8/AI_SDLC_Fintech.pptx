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73152"/>
          </a:xfrm>
          <a:prstGeom prst="rect">
            <a:avLst/>
          </a:prstGeom>
          <a:solidFill>
            <a:srgbClr val="00C4A7">
              <a:alpha val="40000"/>
            </a:srgbClr>
          </a:solidFill>
          <a:ln w="12700">
            <a:solidFill>
              <a:srgbClr val="00C4A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06840" y="0"/>
            <a:ext cx="73152" cy="2286000"/>
          </a:xfrm>
          <a:prstGeom prst="rect">
            <a:avLst/>
          </a:prstGeom>
          <a:solidFill>
            <a:srgbClr val="00C4A7">
              <a:alpha val="40000"/>
            </a:srgbClr>
          </a:solidFill>
          <a:ln w="12700">
            <a:solidFill>
              <a:srgbClr val="00C4A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4937760"/>
            <a:ext cx="9034272" cy="45720"/>
          </a:xfrm>
          <a:prstGeom prst="rect">
            <a:avLst/>
          </a:prstGeom>
          <a:solidFill>
            <a:srgbClr val="00C4A7">
              <a:alpha val="60000"/>
            </a:srgbClr>
          </a:solidFill>
          <a:ln w="12700">
            <a:solidFill>
              <a:srgbClr val="00C4A7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29400" y="36576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6576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36576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77724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77724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77724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2360" y="77724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18872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118872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18872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118872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60020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160020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60020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160020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01168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201168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201168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2011680"/>
            <a:ext cx="54864" cy="54864"/>
          </a:xfrm>
          <a:prstGeom prst="ellipse">
            <a:avLst/>
          </a:prstGeom>
          <a:solidFill>
            <a:srgbClr val="00C4A7">
              <a:alpha val="30000"/>
            </a:srgbClr>
          </a:solidFill>
          <a:ln w="12700">
            <a:solidFill>
              <a:srgbClr val="00C4A7">
                <a:alpha val="30000"/>
              </a:srgbClr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1097280" cy="10972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274320" y="685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INNOVATION SERIES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74320" y="11430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for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Systems</a:t>
            </a:r>
            <a:endParaRPr lang="en-US" sz="4200" dirty="0"/>
          </a:p>
        </p:txBody>
      </p:sp>
      <p:sp>
        <p:nvSpPr>
          <p:cNvPr id="29" name="Text 26"/>
          <p:cNvSpPr/>
          <p:nvPr/>
        </p:nvSpPr>
        <p:spPr>
          <a:xfrm>
            <a:off x="274320" y="3017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Product Definition to Execution &amp; Quality Assurance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274320" y="3840480"/>
            <a:ext cx="4114800" cy="502920"/>
          </a:xfrm>
          <a:prstGeom prst="roundRect">
            <a:avLst>
              <a:gd name="adj" fmla="val 9091"/>
            </a:avLst>
          </a:prstGeom>
          <a:solidFill>
            <a:srgbClr val="00C4A7">
              <a:alpha val="15000"/>
            </a:srgbClr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3840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Case Study: Expense Submission System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858000" y="448056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58000" y="44805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635240" y="448056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635240" y="44805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412480" y="448056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412480" y="44805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91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Definition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Perspective — Problem &amp; Solution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14800" cy="3749040"/>
          </a:xfrm>
          <a:prstGeom prst="rect">
            <a:avLst/>
          </a:prstGeom>
          <a:solidFill>
            <a:srgbClr val="122850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170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Stakeholders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160020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inefficient expense handling causing delays and errors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Stakeholders: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Controls: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 &amp; field enforcement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approval hierarchy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tracking: Pending → Approved / Rejected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1051560"/>
            <a:ext cx="4297680" cy="3749040"/>
          </a:xfrm>
          <a:prstGeom prst="rect">
            <a:avLst/>
          </a:prstGeom>
          <a:solidFill>
            <a:srgbClr val="122850"/>
          </a:solidFill>
          <a:ln w="12700">
            <a:solidFill>
              <a:srgbClr val="00C4A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430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System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09160" y="1600200"/>
            <a:ext cx="4023360" cy="914400"/>
          </a:xfrm>
          <a:prstGeom prst="rect">
            <a:avLst/>
          </a:prstGeom>
          <a:solidFill>
            <a:srgbClr val="0A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09160" y="160020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7830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9496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Submission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394960" y="1984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digital form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validation &amp; categorization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2651760"/>
            <a:ext cx="4023360" cy="914400"/>
          </a:xfrm>
          <a:prstGeom prst="rect">
            <a:avLst/>
          </a:prstGeom>
          <a:solidFill>
            <a:srgbClr val="0A204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09160" y="2651760"/>
            <a:ext cx="64008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8346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394960" y="30358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review with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actions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709160" y="3703320"/>
            <a:ext cx="4023360" cy="914400"/>
          </a:xfrm>
          <a:prstGeom prst="rect">
            <a:avLst/>
          </a:prstGeom>
          <a:solidFill>
            <a:srgbClr val="0A204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709160" y="3703320"/>
            <a:ext cx="64008" cy="914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88620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9496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Management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394960" y="40873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upload, storage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audit trail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Metrics &amp; Delivery Plan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Perspective — Planning &amp; Success Criteria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114800" cy="1691640"/>
          </a:xfrm>
          <a:prstGeom prst="rect">
            <a:avLst/>
          </a:prstGeom>
          <a:solidFill>
            <a:srgbClr val="12285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05840"/>
            <a:ext cx="4114800" cy="347472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33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 Scope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submission &amp; tracking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workflow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notifications &amp; reporting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4297680" cy="1691640"/>
          </a:xfrm>
          <a:prstGeom prst="rect">
            <a:avLst/>
          </a:prstGeom>
          <a:solidFill>
            <a:srgbClr val="12285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005840"/>
            <a:ext cx="4297680" cy="347472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33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Out of Scope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146304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reconciliation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accounting integrations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4114800" cy="2011680"/>
          </a:xfrm>
          <a:prstGeom prst="rect">
            <a:avLst/>
          </a:prstGeom>
          <a:solidFill>
            <a:srgbClr val="12285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880360"/>
            <a:ext cx="4114800" cy="34747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07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Success Metrics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3375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processing effort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approval turnaround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 accuracy &amp; auditability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2880360"/>
            <a:ext cx="4297680" cy="2011680"/>
          </a:xfrm>
          <a:prstGeom prst="rect">
            <a:avLst/>
          </a:prstGeom>
          <a:solidFill>
            <a:srgbClr val="122850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880360"/>
            <a:ext cx="4297680" cy="347472"/>
          </a:xfrm>
          <a:prstGeom prst="rect">
            <a:avLst/>
          </a:prstGeom>
          <a:solidFill>
            <a:srgbClr val="00C4A7">
              <a:alpha val="25000"/>
            </a:srgbClr>
          </a:solidFill>
          <a:ln w="12700">
            <a:solidFill>
              <a:srgbClr val="00C4A7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907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Delivery Plan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33375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Core workflow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Submission + Approval engine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Enhancements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Audit logs, reporting, edge cases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Requirements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Perspective — Requirements &amp; User Stories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114800" cy="3840480"/>
          </a:xfrm>
          <a:prstGeom prst="rect">
            <a:avLst/>
          </a:prstGeom>
          <a:solidFill>
            <a:srgbClr val="122850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972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1115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1600200"/>
            <a:ext cx="3886200" cy="960120"/>
          </a:xfrm>
          <a:prstGeom prst="rect">
            <a:avLst/>
          </a:prstGeom>
          <a:solidFill>
            <a:srgbClr val="0A1E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1600200"/>
            <a:ext cx="64008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691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2920" y="1892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Expense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2148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fills and submits expense form with receipts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" y="2651760"/>
            <a:ext cx="3886200" cy="960120"/>
          </a:xfrm>
          <a:prstGeom prst="rect">
            <a:avLst/>
          </a:prstGeom>
          <a:solidFill>
            <a:srgbClr val="0A1E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0040" y="2651760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27432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" y="2944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3200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reviews and approves or rejects submissions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20040" y="3703320"/>
            <a:ext cx="3886200" cy="960120"/>
          </a:xfrm>
          <a:prstGeom prst="rect">
            <a:avLst/>
          </a:prstGeom>
          <a:solidFill>
            <a:srgbClr val="0A1E3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0040" y="3703320"/>
            <a:ext cx="64008" cy="9601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3794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2920" y="3995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Details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2920" y="4251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 access detailed expense records per permissions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0" y="1005840"/>
            <a:ext cx="4297680" cy="1920240"/>
          </a:xfrm>
          <a:prstGeom prst="rect">
            <a:avLst/>
          </a:prstGeom>
          <a:solidFill>
            <a:srgbClr val="122850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09160" y="1078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Stories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709160" y="1508760"/>
            <a:ext cx="4023360" cy="502920"/>
          </a:xfrm>
          <a:prstGeom prst="rect">
            <a:avLst/>
          </a:prstGeom>
          <a:solidFill>
            <a:srgbClr val="0A1E3A"/>
          </a:solidFill>
          <a:ln w="12700">
            <a:solidFill>
              <a:srgbClr val="00C4A7">
                <a:alpha val="4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0600" y="1536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Employee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 want to submit expenses with receipts &amp; categories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09160" y="2103120"/>
            <a:ext cx="4023360" cy="502920"/>
          </a:xfrm>
          <a:prstGeom prst="rect">
            <a:avLst/>
          </a:prstGeom>
          <a:solidFill>
            <a:srgbClr val="0A1E3A"/>
          </a:solidFill>
          <a:ln w="12700">
            <a:solidFill>
              <a:srgbClr val="00C4A7">
                <a:alpha val="4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00600" y="2130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Manager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 want to review, approve, or reject expense requests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0" y="3063240"/>
            <a:ext cx="4297680" cy="1783080"/>
          </a:xfrm>
          <a:prstGeom prst="rect">
            <a:avLst/>
          </a:prstGeom>
          <a:solidFill>
            <a:srgbClr val="12285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09160" y="3136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✔️  Acceptance Criteria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709160" y="352044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fields validated before submission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limited to 5MB, accepted types: PDF/JPG/PNG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managers can perform approval actions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access only their own expense records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Process Flow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Perspective — Data Model, Workflow &amp; API Contracts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114800" cy="1965960"/>
          </a:xfrm>
          <a:prstGeom prst="rect">
            <a:avLst/>
          </a:prstGeom>
          <a:solidFill>
            <a:srgbClr val="122850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9728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1115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1554480"/>
            <a:ext cx="3886200" cy="384048"/>
          </a:xfrm>
          <a:prstGeom prst="rect">
            <a:avLst/>
          </a:prstGeom>
          <a:solidFill>
            <a:srgbClr val="0A1E3A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id · amount · category · status }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" y="2011680"/>
            <a:ext cx="3886200" cy="384048"/>
          </a:xfrm>
          <a:prstGeom prst="rect">
            <a:avLst/>
          </a:prstGeom>
          <a:solidFill>
            <a:srgbClr val="0A1E3A"/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id · name · role (Employee / Manager) }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0040" y="2468880"/>
            <a:ext cx="3886200" cy="384048"/>
          </a:xfrm>
          <a:prstGeom prst="rect">
            <a:avLst/>
          </a:prstGeom>
          <a:solidFill>
            <a:srgbClr val="0A1E3A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id · expenseId · fileRef · uploadedAt }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28600" y="3108960"/>
            <a:ext cx="4114800" cy="1783080"/>
          </a:xfrm>
          <a:prstGeom prst="rect">
            <a:avLst/>
          </a:prstGeom>
          <a:solidFill>
            <a:srgbClr val="122850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Workflow States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65760" y="370332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3B82F6">
              <a:alpha val="8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3703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417320" y="3904488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627632" y="370332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627632" y="3703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679192" y="3904488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889504" y="370332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22C55E">
              <a:alpha val="8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889504" y="3703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724912" y="429768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EF4444">
              <a:alpha val="8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24912" y="42976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227832" y="4114800"/>
            <a:ext cx="0" cy="18288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122850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097280"/>
            <a:ext cx="347472" cy="34747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166360" y="1115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Contracts &amp; Business Rules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4709160" y="1600200"/>
            <a:ext cx="4023360" cy="594360"/>
          </a:xfrm>
          <a:prstGeom prst="rect">
            <a:avLst/>
          </a:prstGeom>
          <a:solidFill>
            <a:srgbClr val="0A1E3A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773168" y="1691640"/>
            <a:ext cx="594360" cy="2286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73168" y="16916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5440680" y="1664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/expenses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440680" y="19293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new expense with receipt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709160" y="2286000"/>
            <a:ext cx="4023360" cy="594360"/>
          </a:xfrm>
          <a:prstGeom prst="rect">
            <a:avLst/>
          </a:prstGeom>
          <a:solidFill>
            <a:srgbClr val="0A1E3A"/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773168" y="2377440"/>
            <a:ext cx="594360" cy="228600"/>
          </a:xfrm>
          <a:prstGeom prst="roundRect">
            <a:avLst>
              <a:gd name="adj" fmla="val 12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73168" y="23774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440680" y="2350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/expenses/{id}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440680" y="26151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expense details by ID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4709160" y="2971800"/>
            <a:ext cx="4023360" cy="594360"/>
          </a:xfrm>
          <a:prstGeom prst="rect">
            <a:avLst/>
          </a:prstGeom>
          <a:solidFill>
            <a:srgbClr val="0A1E3A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773168" y="3063240"/>
            <a:ext cx="594360" cy="228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773168" y="3063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5440680" y="3035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/expenses/{id}/approve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5440680" y="33009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approves or rejects expense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4709160" y="3749040"/>
            <a:ext cx="4023360" cy="868680"/>
          </a:xfrm>
          <a:prstGeom prst="rect">
            <a:avLst/>
          </a:prstGeom>
          <a:solidFill>
            <a:srgbClr val="0A1E3A"/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800600" y="3813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Business Rules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4800600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Managers can perform approval actions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access only their own expense data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Strategy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Perspective — Testing Categories &amp; Focus Areas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8686800" cy="502920"/>
          </a:xfrm>
          <a:prstGeom prst="rect">
            <a:avLst/>
          </a:prstGeom>
          <a:solidFill>
            <a:srgbClr val="122850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698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system reliability, correctness, security and performance across all workflows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2761488" cy="1280160"/>
          </a:xfrm>
          <a:prstGeom prst="rect">
            <a:avLst/>
          </a:prstGeom>
          <a:solidFill>
            <a:srgbClr val="12285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664208"/>
            <a:ext cx="276148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2112" y="1664208"/>
            <a:ext cx="2761488" cy="1280160"/>
          </a:xfrm>
          <a:prstGeom prst="rect">
            <a:avLst/>
          </a:prstGeom>
          <a:solidFill>
            <a:srgbClr val="12285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664208"/>
            <a:ext cx="276148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35624" y="1664208"/>
            <a:ext cx="2761488" cy="1280160"/>
          </a:xfrm>
          <a:prstGeom prst="rect">
            <a:avLst/>
          </a:prstGeom>
          <a:solidFill>
            <a:srgbClr val="12285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35624" y="1664208"/>
            <a:ext cx="2761488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3127248"/>
            <a:ext cx="2761488" cy="1280160"/>
          </a:xfrm>
          <a:prstGeom prst="rect">
            <a:avLst/>
          </a:prstGeom>
          <a:solidFill>
            <a:srgbClr val="12285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127248"/>
            <a:ext cx="276148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3127248"/>
            <a:ext cx="2761488" cy="1280160"/>
          </a:xfrm>
          <a:prstGeom prst="rect">
            <a:avLst/>
          </a:prstGeom>
          <a:solidFill>
            <a:srgbClr val="1228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82112" y="3127248"/>
            <a:ext cx="276148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35624" y="3127248"/>
            <a:ext cx="2761488" cy="1280160"/>
          </a:xfrm>
          <a:prstGeom prst="rect">
            <a:avLst/>
          </a:prstGeom>
          <a:solidFill>
            <a:srgbClr val="12285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35624" y="3127248"/>
            <a:ext cx="2761488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1828800"/>
            <a:ext cx="347472" cy="34747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729984" y="1828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72784" y="22585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checks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 validation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prevention</a:t>
            </a:r>
            <a:endParaRPr lang="en-US" sz="11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347472" cy="34747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22960" y="1828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365760" y="22585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submission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1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828800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776472" y="1828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3319272" y="22585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file uploads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</a:t>
            </a:r>
            <a:endParaRPr lang="en-US" sz="11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91840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22960" y="3291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365760" y="37216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load handling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requests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SLAs</a:t>
            </a:r>
            <a:endParaRPr lang="en-US" sz="11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3291840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729984" y="3291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6272784" y="37216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stability</a:t>
            </a:r>
            <a:endParaRPr lang="en-US" sz="11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291840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776472" y="3291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3319272" y="37216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storage 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integrity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Risk Identification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Perspective — Test Scenarios, Bug Predictions &amp; Quality Guarantees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114800" cy="2606040"/>
          </a:xfrm>
          <a:prstGeom prst="rect">
            <a:avLst/>
          </a:prstGeom>
          <a:solidFill>
            <a:srgbClr val="12285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Key Test Scenarios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152704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5270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15270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expense submission flow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203911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039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" y="20391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&amp; rejection workflow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7472" y="2551176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551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" y="25511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data access prevention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7472" y="3063240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063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" y="3063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approval conflict handling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28600" y="3749040"/>
            <a:ext cx="4114800" cy="1097280"/>
          </a:xfrm>
          <a:prstGeom prst="rect">
            <a:avLst/>
          </a:prstGeom>
          <a:solidFill>
            <a:srgbClr val="122850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Quality Guarantees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1330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records in the system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system behavior under all conditions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1005840"/>
            <a:ext cx="4297680" cy="3840480"/>
          </a:xfrm>
          <a:prstGeom prst="rect">
            <a:avLst/>
          </a:prstGeom>
          <a:solidFill>
            <a:srgbClr val="122850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097280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166360" y="1115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Bug Risks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709160" y="1600200"/>
            <a:ext cx="4023360" cy="685800"/>
          </a:xfrm>
          <a:prstGeom prst="rect">
            <a:avLst/>
          </a:prstGeom>
          <a:solidFill>
            <a:srgbClr val="0A1E3A"/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1691640"/>
            <a:ext cx="685800" cy="228600"/>
          </a:xfrm>
          <a:prstGeom prst="roundRect">
            <a:avLst>
              <a:gd name="adj" fmla="val 12000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16916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800600" y="1673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Pagination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800600" y="1965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Performance degradation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709160" y="2368296"/>
            <a:ext cx="4023360" cy="685800"/>
          </a:xfrm>
          <a:prstGeom prst="rect">
            <a:avLst/>
          </a:prstGeom>
          <a:solidFill>
            <a:srgbClr val="0A1E3A"/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955280" y="2459736"/>
            <a:ext cx="685800" cy="228600"/>
          </a:xfrm>
          <a:prstGeom prst="roundRect">
            <a:avLst>
              <a:gd name="adj" fmla="val 12000"/>
            </a:avLst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55280" y="245973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800600" y="2441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File Uploads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800600" y="2734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Security vulnerability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709160" y="3136392"/>
            <a:ext cx="4023360" cy="685800"/>
          </a:xfrm>
          <a:prstGeom prst="rect">
            <a:avLst/>
          </a:prstGeom>
          <a:solidFill>
            <a:srgbClr val="0A1E3A"/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955280" y="3227832"/>
            <a:ext cx="685800" cy="228600"/>
          </a:xfrm>
          <a:prstGeom prst="roundRect">
            <a:avLst>
              <a:gd name="adj" fmla="val 12000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955280" y="32278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800600" y="32095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800600" y="3502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Inconsistent approval state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709160" y="3904488"/>
            <a:ext cx="4023360" cy="685800"/>
          </a:xfrm>
          <a:prstGeom prst="rect">
            <a:avLst/>
          </a:prstGeom>
          <a:solidFill>
            <a:srgbClr val="0A1E3A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955280" y="3995928"/>
            <a:ext cx="685800" cy="228600"/>
          </a:xfrm>
          <a:prstGeom prst="roundRect">
            <a:avLst>
              <a:gd name="adj" fmla="val 1200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955280" y="39959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800600" y="3977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Audit Logs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4800600" y="4270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Compliance risk &amp; gaps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743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743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743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2743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2743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743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2743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743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2743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2743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2743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2743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2743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2743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9144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9144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9144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9144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4640" y="9144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9144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9144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9144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0" y="9144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9144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0" y="9144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9144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0" y="9144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95360" y="9144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15544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15544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54480" y="15544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94560" y="15544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34640" y="15544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74720" y="15544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0" y="15544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15544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94960" y="15544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15544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5120" y="15544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200" y="15544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55280" y="15544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95360" y="15544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219456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4400" y="219456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554480" y="219456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94560" y="219456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834640" y="219456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74720" y="219456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0" y="219456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219456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0" y="219456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35040" y="219456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75120" y="219456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15200" y="219456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55280" y="219456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95360" y="219456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" y="283464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4400" y="283464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554480" y="283464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94560" y="283464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834640" y="283464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74720" y="283464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14800" y="283464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0" y="283464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94960" y="283464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35040" y="283464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675120" y="283464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15200" y="283464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955280" y="283464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595360" y="283464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34747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14400" y="34747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554480" y="34747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194560" y="34747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34640" y="34747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474720" y="34747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114800" y="34747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54880" y="34747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394960" y="34747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035040" y="34747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75120" y="34747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15200" y="34747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955280" y="34747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595360" y="347472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74320" y="41148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14400" y="41148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554480" y="41148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194560" y="41148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834640" y="41148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474720" y="41148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14800" y="41148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0" y="41148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394960" y="41148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035040" y="41148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75120" y="41148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315200" y="41148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55280" y="41148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95360" y="411480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47548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14400" y="47548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554480" y="47548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194560" y="47548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834640" y="47548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474720" y="47548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114800" y="47548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754880" y="47548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94960" y="47548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035040" y="47548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675120" y="47548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315200" y="47548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955280" y="47548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595360" y="4754880"/>
            <a:ext cx="45720" cy="4572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371600" y="731520"/>
            <a:ext cx="6400800" cy="36576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C4A7"/>
            </a:solidFill>
            <a:prstDash val="solid"/>
          </a:ln>
          <a:effectLst>
            <a:outerShdw sx="100000" sy="100000" kx="0" ky="0" algn="bl" rotWithShape="0" blurRad="254000" dist="63500" dir="8100000">
              <a:srgbClr val="000000">
                <a:alpha val="40000"/>
              </a:srgbClr>
            </a:outerShdw>
          </a:effectLst>
        </p:spPr>
      </p:sp>
      <p:pic>
        <p:nvPicPr>
          <p:cNvPr id="1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960120"/>
            <a:ext cx="1280160" cy="1280160"/>
          </a:xfrm>
          <a:prstGeom prst="rect">
            <a:avLst/>
          </a:prstGeom>
        </p:spPr>
      </p:pic>
      <p:sp>
        <p:nvSpPr>
          <p:cNvPr id="119" name="Text 116"/>
          <p:cNvSpPr/>
          <p:nvPr/>
        </p:nvSpPr>
        <p:spPr>
          <a:xfrm>
            <a:off x="1371600" y="22860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120" name="Text 117"/>
          <p:cNvSpPr/>
          <p:nvPr/>
        </p:nvSpPr>
        <p:spPr>
          <a:xfrm>
            <a:off x="137160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21" name="Shape 118"/>
          <p:cNvSpPr/>
          <p:nvPr/>
        </p:nvSpPr>
        <p:spPr>
          <a:xfrm>
            <a:off x="1828800" y="365760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182880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 — Product Manager</a:t>
            </a:r>
            <a:endParaRPr lang="en-US" sz="1000" dirty="0"/>
          </a:p>
        </p:txBody>
      </p:sp>
      <p:sp>
        <p:nvSpPr>
          <p:cNvPr id="123" name="Shape 120"/>
          <p:cNvSpPr/>
          <p:nvPr/>
        </p:nvSpPr>
        <p:spPr>
          <a:xfrm>
            <a:off x="3794760" y="365760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79476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 — Business Analyst</a:t>
            </a:r>
            <a:endParaRPr lang="en-US" sz="1000" dirty="0"/>
          </a:p>
        </p:txBody>
      </p:sp>
      <p:sp>
        <p:nvSpPr>
          <p:cNvPr id="125" name="Shape 122"/>
          <p:cNvSpPr/>
          <p:nvPr/>
        </p:nvSpPr>
        <p:spPr>
          <a:xfrm>
            <a:off x="5760720" y="365760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6" name="Text 123"/>
          <p:cNvSpPr/>
          <p:nvPr/>
        </p:nvSpPr>
        <p:spPr>
          <a:xfrm>
            <a:off x="576072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 — Quality Assurance</a:t>
            </a:r>
            <a:endParaRPr lang="en-US" sz="1000" dirty="0"/>
          </a:p>
        </p:txBody>
      </p:sp>
      <p:sp>
        <p:nvSpPr>
          <p:cNvPr id="127" name="Text 124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 |  Expense Submission System Case Study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SDLC for Fintech Systems</dc:title>
  <dc:subject>PptxGenJS Presentation</dc:subject>
  <dc:creator>PptxGenJS</dc:creator>
  <cp:lastModifiedBy>PptxGenJS</cp:lastModifiedBy>
  <cp:revision>1</cp:revision>
  <dcterms:created xsi:type="dcterms:W3CDTF">2026-04-23T09:45:19Z</dcterms:created>
  <dcterms:modified xsi:type="dcterms:W3CDTF">2026-04-23T09:45:19Z</dcterms:modified>
</cp:coreProperties>
</file>